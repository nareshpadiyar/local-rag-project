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ACMECloud Reliability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Q3 objectives: reduce provisioning MTTR, improve alert quality, and eliminate stale image-store queue incidents.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 availability: 99.97%</a:t>
            </a:r>
          </a:p>
          <a:p>
            <a:r>
              <a:t>Median provisioning time: 11 minutes</a:t>
            </a:r>
          </a:p>
          <a:p>
            <a:r>
              <a:t>Sev1 incidents: 1</a:t>
            </a:r>
          </a:p>
          <a:p>
            <a:r>
              <a:t>Sev2 incidents: 2</a:t>
            </a:r>
          </a:p>
          <a:p>
            <a:r>
              <a:t>Top recurring issue: stale image-store queue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